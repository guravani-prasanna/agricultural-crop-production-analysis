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India's Agricultural Crop Production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Skill Wallet Internship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crop production, compare states, crops and seasons.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State, District, Crop Year, Season, Crop, Area, Production.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Excel</a:t>
            </a:r>
          </a:p>
          <a:p>
            <a:r>
              <a:t>SQL</a:t>
            </a:r>
          </a:p>
          <a:p>
            <a:r>
              <a:t>Tableau</a:t>
            </a:r>
          </a:p>
          <a:p>
            <a:r>
              <a:t>GitHub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Collection</a:t>
            </a:r>
          </a:p>
          <a:p>
            <a:r>
              <a:t>Cleaning</a:t>
            </a:r>
          </a:p>
          <a:p>
            <a:r>
              <a:t>SQL Analysis</a:t>
            </a:r>
          </a:p>
          <a:p>
            <a:r>
              <a:t>Visualization</a:t>
            </a:r>
          </a:p>
          <a:p>
            <a:r>
              <a:t>Documentation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KPIs, State-wise charts, Crop trends, Seasonal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analytics helps derive insights for agricultural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